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48640"/>
            <a:ext cx="274320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Dissertation Viva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6126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Mentra</a:t>
            </a:r>
          </a:p>
          <a:p>
            <a:r>
              <a:rPr sz="1800">
                <a:solidFill>
                  <a:srgbClr val="E2E8F0"/>
                </a:solidFill>
              </a:rPr>
              <a:t>AI-driven personal tutor with evidence, explainability, guardrails, and transparent feedback</a:t>
            </a:r>
          </a:p>
          <a:p>
            <a:r>
              <a:rPr sz="1400">
                <a:solidFill>
                  <a:srgbClr val="BFDBFE"/>
                </a:solidFill>
              </a:rPr>
              <a:t>React + FastAPI + SQLAlchemy + local Ollama-backed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794760"/>
            <a:ext cx="1920240" cy="457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Local demo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731520"/>
            <a:ext cx="3657600" cy="19202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383280" cy="1463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0" y="3246120"/>
            <a:ext cx="4206240" cy="2468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-dashboard-evidenc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401568"/>
            <a:ext cx="3886200" cy="4552791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- viva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Why Mentra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Problem framing and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Traditional e-learning tools give limited feedback after an answer is submitted.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Mentra adds adaptive questioning, immediate explanations, and progress evidence.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The system is designed for a viva-ready dissertation demonstration, not just a static prototype.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914400"/>
            <a:ext cx="493776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14300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</a:defRPr>
            </a:pPr>
            <a:r>
              <a:t>Use this slide to frame the problem space.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</a:defRPr>
            </a:pPr>
            <a:r>
              <a:t>The emphasis is on personalisation, explanation, and measurable learning impact.</a:t>
            </a:r>
          </a:p>
          <a:p>
            <a:pPr>
              <a:spcAft>
                <a:spcPts val="800"/>
              </a:spcAft>
              <a:defRPr sz="1400">
                <a:solidFill>
                  <a:srgbClr val="64748B"/>
                </a:solidFill>
              </a:defRPr>
            </a:pPr>
            <a:r>
              <a:t>Mentra is a self-contained local demo with seeded data and a local LLM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How the app is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111556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yp-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5120640" cy="4267200"/>
          </a:xfrm>
          <a:prstGeom prst="rect">
            <a:avLst/>
          </a:prstGeom>
        </p:spPr>
      </p:pic>
      <p:pic>
        <p:nvPicPr>
          <p:cNvPr id="7" name="Picture 6" descr="fyp-use-case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051560"/>
            <a:ext cx="5394960" cy="34681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64748B"/>
                </a:solidFill>
              </a:rPr>
              <a:t>React frontend | FastAPI backend | SQLAlchemy persistence | local Ollama feedback service | seeded demo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Feedback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Question -&gt; assessment -&gt; explainable output</a:t>
            </a:r>
          </a:p>
        </p:txBody>
      </p:sp>
      <p:pic>
        <p:nvPicPr>
          <p:cNvPr id="5" name="Picture 4" descr="fyp-sequenc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60120"/>
            <a:ext cx="5486400" cy="32575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051560"/>
            <a:ext cx="49834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03720" y="1234440"/>
            <a:ext cx="4480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The learner answers a topic question.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The backend evaluates correctness and stores the answer.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LLM feedback is generated locally through Ollama.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The response includes explanation, key concepts, confidence, and next step.</a:t>
            </a:r>
          </a:p>
          <a:p>
            <a:pPr>
              <a:spcAft>
                <a:spcPts val="1200"/>
              </a:spcAft>
              <a:defRPr sz="1700">
                <a:solidFill>
                  <a:srgbClr val="1E293B"/>
                </a:solidFill>
              </a:defRPr>
            </a:pPr>
            <a:r>
              <a:t>Progress and evidence endpoints update the dissertation metrics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Evidence on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Screenshot: dashboard evidence + explainability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74066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2-dashboard-evidenc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858000" cy="80343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0972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</a:defRPr>
            </a:pPr>
            <a:r>
              <a:t>Dashboard surfaces measurable outcomes and recommendation explainability.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</a:defRPr>
            </a:pPr>
            <a:r>
              <a:t>Baseline vs current accuracy are exposed on the landing dashboard.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</a:defRPr>
            </a:pPr>
            <a:r>
              <a:t>Reason codes and confidence intervals make recommendation logic legible.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Progress as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Screenshot: progress analytics and experiment events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74066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-progress-evidenc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858000" cy="49196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0972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</a:defRPr>
            </a:pPr>
            <a:r>
              <a:t>Progress page shows learning evidence, topic status, and experiment telemetry.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</a:defRPr>
            </a:pPr>
            <a:r>
              <a:t>The evidence layer shows baseline, current accuracy, and confidence trend.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</a:defRPr>
            </a:pPr>
            <a:r>
              <a:t>Topic rows summarise attempts, correctness, and mastery status.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Guardrails and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Screenshots: safe learning state and explanation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7406640" cy="5257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-learning-guardrail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6858000" cy="46339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2440" y="10972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293B"/>
                </a:solidFill>
              </a:defRPr>
            </a:pPr>
            <a:r>
              <a:t>Guardrail state prevents misuse and sets expectations before feedback is generated.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</a:defRPr>
            </a:pPr>
            <a:r>
              <a:t>The learning page includes explicit ethical guardrails.</a:t>
            </a:r>
          </a:p>
          <a:p>
            <a:pPr>
              <a:spcAft>
                <a:spcPts val="700"/>
              </a:spcAft>
              <a:defRPr sz="1400">
                <a:solidFill>
                  <a:srgbClr val="64748B"/>
                </a:solidFill>
              </a:defRPr>
            </a:pPr>
            <a:r>
              <a:t>The transparency flow shows rubric-backed feedback after submission.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Live Demo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109728"/>
            <a:ext cx="4297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Embedded app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14400"/>
            <a:ext cx="11155680" cy="5394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64748B"/>
                </a:solidFill>
              </a:rPr>
              <a:t>The embedded demo shows login, dashboard evidence, progress analytics, and the learning feedback transparency flow.</a:t>
            </a:r>
          </a:p>
        </p:txBody>
      </p:sp>
      <p:pic>
        <p:nvPicPr>
          <p:cNvPr id="8" name="16-app-demo-refresh-202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05840" y="1554480"/>
            <a:ext cx="10149840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143000" y="5897880"/>
            <a:ext cx="182880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Demo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40080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748B"/>
                </a:solidFill>
              </a:rPr>
              <a:t>Mentra viva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Mentra demonstrates adaptive tutoring with explainable feedback.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The dashboard and progress views surface measurable learning evidence.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Guardrails and transparency screens show the system is designed for responsible use.</a:t>
            </a:r>
          </a:p>
          <a:p>
            <a:pPr>
              <a:spcAft>
                <a:spcPts val="1000"/>
              </a:spcAft>
              <a:defRPr sz="1700">
                <a:solidFill>
                  <a:srgbClr val="E2E8F0"/>
                </a:solidFill>
              </a:defRPr>
            </a:pPr>
            <a:r>
              <a:t>The local Ollama-backed runtime keeps the demo self-contained for viva delivery.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0" y="914400"/>
            <a:ext cx="5029200" cy="4297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4-learning-guardrail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143000"/>
            <a:ext cx="4572000" cy="30892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55778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0" y="562356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